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e12faf3eb54559" /><Relationship Type="http://schemas.openxmlformats.org/officeDocument/2006/relationships/extended-properties" Target="/docProps/app.xml" Id="R6104684bdad24375" /><Relationship Type="http://schemas.openxmlformats.org/officeDocument/2006/relationships/officeDocument" Target="/ppt/presentation.xml" Id="Rca8ef764722443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3e1cdddbac49ca"/>
  </p:sldMasterIdLst>
  <p:notesMasterIdLst>
    <p:notesMasterId xmlns:r="http://schemas.openxmlformats.org/officeDocument/2006/relationships" r:id="R40c4882ecfac4f5c"/>
  </p:notesMasterIdLst>
  <p:sldIdLst>
    <p:sldId xmlns:r="http://schemas.openxmlformats.org/officeDocument/2006/relationships" id="256" r:id="Rd17170c145124c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e1cdddbac49ca" /><Relationship Type="http://schemas.openxmlformats.org/officeDocument/2006/relationships/theme" Target="/ppt/theme/theme1.xml" Id="Rd6ad6efb21474385" /><Relationship Type="http://schemas.openxmlformats.org/officeDocument/2006/relationships/notesMaster" Target="/ppt/notesMasters/notesMaster1.xml" Id="R40c4882ecfac4f5c" /><Relationship Type="http://schemas.openxmlformats.org/officeDocument/2006/relationships/presProps" Target="/ppt/presProps.xml" Id="R16467cee2fb24ea2" /><Relationship Type="http://schemas.openxmlformats.org/officeDocument/2006/relationships/viewProps" Target="/ppt/viewProps.xml" Id="Raf94afbd466f4478" /><Relationship Type="http://schemas.openxmlformats.org/officeDocument/2006/relationships/tableStyles" Target="/ppt/tableStyles.xml" Id="Re380b1fea58c4aab" /><Relationship Type="http://schemas.openxmlformats.org/officeDocument/2006/relationships/slide" Target="/ppt/slides/slide1.xml" Id="Rd17170c145124c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a9edb95061543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07345e5e0f4ba8" /><Relationship Type="http://schemas.openxmlformats.org/officeDocument/2006/relationships/notesMaster" Target="/ppt/notesMasters/notesMaster1.xml" Id="Ra15e3363b7f940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f0d741c54431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09905df599c450b" /><Relationship Type="http://schemas.openxmlformats.org/officeDocument/2006/relationships/slideLayout" Target="/ppt/slideLayouts/slideLayout2.xml" Id="Rd268ff86efd347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68ff86efd347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c4f55d66694302" /><Relationship Type="http://schemas.openxmlformats.org/officeDocument/2006/relationships/notesSlide" Target="/ppt/notesSlides/notesSlide1.xml" Id="R0909d9210bbc47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C07232-0A43-4951-8357-3CB1B193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Git 概念模型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37A96-80C2-4E12-BFDA-31EF2BD6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文件状态在四个区域之间流动；分支和 HEAD 只是指向提交对象的引用。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1D4ED-D8F6-474B-B2A5-BA4A3F9A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19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9CC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01ACA-67B3-4A84-BEC0-F1924A4D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379BC-5A24-4C37-8E64-1DDB0F1A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工作区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A1F44-8770-4C0C-858A-5FF21187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Working Tree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你正在编辑的真实文件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9449C-7BE6-4817-9013-AD4D77EA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19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19050">
            <a:solidFill>
              <a:srgbClr val="8BD7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CBEC6-0E99-4B15-8BC7-CD5197DD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57483-026E-48F8-B57C-17161488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717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暂存区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B4D24-6AA7-4D4E-A203-BA7FE59D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527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Index / Stage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下一次提交的快照清单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C8C8D-3410-4E5C-A6CA-4C08C9D1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19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9050">
            <a:solidFill>
              <a:srgbClr val="C7B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DDADC-808B-4B3A-A013-402D1ED2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3F30A-1095-4468-BEF7-B55AD524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本地仓库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61CAF-1BD9-4AEC-AB39-E0F0C6F1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Local Repository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提交对象、树对象、分支引用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272FB-3C6B-44A0-BD9B-B6A35A99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00250"/>
            <a:ext cx="219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19050">
            <a:solidFill>
              <a:srgbClr val="F5C8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003C0-4E78-454A-98B4-07975788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00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22"/>
          </a:solidFill>
          <a:ln xmlns:a="http://schemas.openxmlformats.org/drawingml/2006/main" w="0">
            <a:solidFill>
              <a:srgbClr val="E67E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98F3E-7579-41CC-A6F7-143BD055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717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远程仓库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5CE83-62CD-48EB-B336-9F75909E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527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Remote Repository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共享的提交图和远程分支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B89EA-B549-4B8D-B629-CEF3E546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574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86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00A86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F1DE7-3C3F-48E7-B6F1-5A9A967A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1907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add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C502B-2D10-4EED-8B1D-D0E1EEF2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574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B2025-8398-4B3F-AA88-7D480F51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907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commit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F81A5-189A-4F0D-8B28-EE0B50F3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574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7E2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67E22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E4086-289C-4707-BC38-7865D8BB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907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push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753E9-8656-4A6C-AC17-A2B0645A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80ED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2F80ED"/>
                </a:solidFill>
                <a:latin typeface="Aptos Mono"/>
                <a:ea typeface="Aptos Mono"/>
                <a:cs typeface="Aptos Mono"/>
              </a:rPr>
              <a:t>&lt;-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9DA23-236E-4CD5-901F-75DF7042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fetch / pull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C4315B-7420-41C2-8E6E-2F2812A2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checkout / restore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363911-7100-4CDB-9540-C0E7DCC5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908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80ED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2F80ED"/>
                </a:solidFill>
                <a:latin typeface="Aptos Mono"/>
                <a:ea typeface="Aptos Mono"/>
                <a:cs typeface="Aptos Mono"/>
              </a:rPr>
              <a:t>&lt;-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FEDE59-D5A5-4982-9B40-F87153F6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05300"/>
            <a:ext cx="100774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5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4AE22E-22FE-43CC-B91C-69CCF0F2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95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提交图与引用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A692B9-0580-4200-8BF2-2819B0D1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387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35AE95-4AFD-484A-8814-11384CDF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149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commit 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29BFF7-665B-4939-B132-28874E5C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8387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9A49D8-9223-4CB4-8529-8DA0E211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9149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commit 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97279C-592D-4F43-92A0-9E52C7AE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387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5EB941-FAC1-4592-8121-E30DEB50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149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commit 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C5BE93-71CE-4DF2-806D-2F3CFD4E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D2BFEF-0E33-422E-874A-E6924E5E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05375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DDA885-7D9A-4538-9B92-2F2BEA86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11620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5F0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62E02B-736C-4B1D-9034-9CBEEA53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7197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main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482337-7BC9-461E-A3F4-FCBA47CC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38700"/>
            <a:ext cx="11239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11430">
            <a:solidFill>
              <a:srgbClr val="D7263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1DE2C2-3E2E-4917-AB22-FB2549B6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4822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263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263D"/>
                </a:solidFill>
                <a:latin typeface="Aptos Mono"/>
                <a:ea typeface="Aptos Mono"/>
                <a:cs typeface="Aptos Mono"/>
              </a:rPr>
              <a:t>HEAD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C0602C-C8F7-4FEB-8B14-062FAD8D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2197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263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263D"/>
                </a:solidFill>
                <a:latin typeface="Aptos Mono"/>
                <a:ea typeface="Aptos Mono"/>
                <a:cs typeface="Aptos Mono"/>
              </a:rPr>
              <a:t>HEAD -&gt; main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E8363E-A4CE-455E-8BFA-520FF822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48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分支名保存的是“某个提交”的位置；切换分支就是移动 HEAD 指向。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1439C7-B100-49EF-A91C-13EE0DA4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核心心智模型：Git 管理的是快照和指针，不是简单的文件差异流水账。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3B6033-83FC-4EBF-8A05-3EC1FC95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1150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常用查看：git status / git log --oneline --graph / git diff --staged</a:t>
            </a:r>
          </a:p>
        </p:txBody>
      </p:sp>
    </p:spTree>
    <p:extLst>
      <p:ext uri="{BB962C8B-B14F-4D97-AF65-F5344CB8AC3E}">
        <p14:creationId xmlns:p14="http://schemas.microsoft.com/office/powerpoint/2010/main" val="2120146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2026-05-25T01:32:49.8680000Z</dcterms:created>
  <dcterms:modified xsi:type="dcterms:W3CDTF">2026-05-25T01:32:49.8680000Z</dcterms:modified>
</coreProperties>
</file>