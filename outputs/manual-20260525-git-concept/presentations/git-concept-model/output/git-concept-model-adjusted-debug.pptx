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4c7d783d7449fa" /><Relationship Type="http://schemas.openxmlformats.org/officeDocument/2006/relationships/extended-properties" Target="/docProps/app.xml" Id="R130537d9adaf4c25" /><Relationship Type="http://schemas.openxmlformats.org/officeDocument/2006/relationships/officeDocument" Target="/ppt/presentation.xml" Id="R06e8cb350a1d41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74f79a33034cf7"/>
  </p:sldMasterIdLst>
  <p:notesMasterIdLst>
    <p:notesMasterId xmlns:r="http://schemas.openxmlformats.org/officeDocument/2006/relationships" r:id="R3d0435007a624693"/>
  </p:notesMasterIdLst>
  <p:sldIdLst>
    <p:sldId xmlns:r="http://schemas.openxmlformats.org/officeDocument/2006/relationships" id="256" r:id="R98c306e298fb40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4f79a33034cf7" /><Relationship Type="http://schemas.openxmlformats.org/officeDocument/2006/relationships/theme" Target="/ppt/theme/theme1.xml" Id="R01779053701f4f70" /><Relationship Type="http://schemas.openxmlformats.org/officeDocument/2006/relationships/notesMaster" Target="/ppt/notesMasters/notesMaster1.xml" Id="R3d0435007a624693" /><Relationship Type="http://schemas.openxmlformats.org/officeDocument/2006/relationships/presProps" Target="/ppt/presProps.xml" Id="R3c5c959e23544e63" /><Relationship Type="http://schemas.openxmlformats.org/officeDocument/2006/relationships/viewProps" Target="/ppt/viewProps.xml" Id="R4390acc98cda47e3" /><Relationship Type="http://schemas.openxmlformats.org/officeDocument/2006/relationships/tableStyles" Target="/ppt/tableStyles.xml" Id="Rc5e61556c17c48cc" /><Relationship Type="http://schemas.openxmlformats.org/officeDocument/2006/relationships/slide" Target="/ppt/slides/slide1.xml" Id="R98c306e298fb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e1ebd84b2bc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ed7c4ed604ece" /><Relationship Type="http://schemas.openxmlformats.org/officeDocument/2006/relationships/notesMaster" Target="/ppt/notesMasters/notesMaster1.xml" Id="R85fb86e022b5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43e893eba49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731d79dd594345" /><Relationship Type="http://schemas.openxmlformats.org/officeDocument/2006/relationships/slideLayout" Target="/ppt/slideLayouts/slideLayout2.xml" Id="R0daff9ed8dc3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ff9ed8dc3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8a495271649e4" /><Relationship Type="http://schemas.openxmlformats.org/officeDocument/2006/relationships/notesSlide" Target="/ppt/notesSlides/notesSlide1.xml" Id="R061a3c0f21b14a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2CF64-FCB4-4751-A466-5ED9873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Git 概念模型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B25DE-B439-4A5D-A154-4523F9B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文件状态在四个区域之间流动；分支和 HEAD 只是指向提交对象的引用。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B6A2C-F14B-4E18-BF08-534A3FC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2400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9CC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C72CF-D14B-4D2A-933E-783D312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69677-2133-418C-A587-45B34B44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工作区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AEBE2-9838-4500-8770-96E5189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Working Tree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当前目录中的真实文件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包含未跟踪和已修改内容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3AD17-D9BF-4806-8A29-BECCB6A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400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19050">
            <a:solidFill>
              <a:srgbClr val="8BD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3A95-34DC-48F5-AD7F-3A429030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192B4-B84E-4A54-BC4D-09C4BBCA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暂存区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59CAE-99CE-4738-B718-8518457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Index / Stage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下一次 commit 将记录的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快照清单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B322C-FAAB-483D-90DE-CF7A868A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400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19050">
            <a:solidFill>
              <a:srgbClr val="C7B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C064A-5CAC-4E69-BDD5-0C27F68E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82799-590B-49B7-94D7-FCC51A7C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本地仓库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2318B-F807-4731-913A-5B5D957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Local Repository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提交对象、树对象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以及本地分支引用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4FB14-D9BA-4A9C-AF85-33D9A3E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400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2E3"/>
          </a:solidFill>
          <a:ln xmlns:a="http://schemas.openxmlformats.org/drawingml/2006/main" w="19050">
            <a:solidFill>
              <a:srgbClr val="F5C8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51542-C732-4ADF-9541-8192C64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  <a:ln xmlns:a="http://schemas.openxmlformats.org/drawingml/2006/main" w="0">
            <a:solidFill>
              <a:srgbClr val="E67E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D1280-668B-47FE-B7BE-A0555A97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远程仓库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E7D04-FE50-4445-909F-A5E96B37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Remote Repository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团队共享的提交图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和远程分支引用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AD156-FA95-4873-A33C-9CD8A77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3FC1F-BDBB-45A5-BFE6-F0F5F940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add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1F207-7BA3-4134-A58F-86DE010C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A44B0-B65E-4FCC-AA19-73079D1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EEBCB-F51B-4602-B8B8-E713360F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7E22"/>
          </a:solidFill>
          <a:ln xmlns:a="http://schemas.openxmlformats.org/drawingml/2006/main" w="0">
            <a:solidFill>
              <a:srgbClr val="E67E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1F07E-DE6D-4513-8E42-95654BFA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push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89E35-1EBB-4FE3-A0BB-CB7160D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667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508A4-D1E7-4109-8BF7-DF7F2BD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fetch / pull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14D9A-EF13-4688-97FB-3C5DCD8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git checkout / restore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7D536-CB82-436C-A0EC-24BB4FD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2667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0F051-960E-46E0-A97D-3DEC6F9C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DE5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669A4A-7F53-4D42-8C2D-D6BE266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提交图与引用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B901A-4F6F-45FF-AF97-B4D7B20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BF2499-E4DB-4811-BC7B-514278E2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5F21B-3BB5-4983-938B-2FA689B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F416D-4540-48C3-A3ED-B1B10D1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CB06F-E339-4B05-88DA-9E4E0ED4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DEC8C-5EC4-4104-8028-3D6A30C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053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commit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194CCF-1721-43B8-87F7-4BFD5D0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33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038538-0E4B-47E1-9092-1DA88EE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339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D2576-D6C7-41C1-8ABC-BC7F344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62450"/>
            <a:ext cx="1162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5F0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281C4A-CC80-40DB-B675-356CD38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7197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main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950B12-644F-4C9A-A614-590DAD23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11239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11430">
            <a:solidFill>
              <a:srgbClr val="D7263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C6DDFD-996E-426E-9B00-7434BF6E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4822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6C4D2F-B1DC-4A5C-BE91-7C43D7F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19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7263D"/>
                </a:solidFill>
                <a:latin typeface="Aptos Mono"/>
                <a:ea typeface="Aptos Mono"/>
                <a:cs typeface="Aptos Mono"/>
              </a:rPr>
              <a:t>HEAD -&gt; main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DCD1A9-5284-40C1-A732-0A65D1B6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分支名保存的是“某个提交”的位置；切换分支就是移动 HEAD 指向。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B3267D-4090-4F6C-BD76-9ED04D2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核心心智模型：Git 管理的是快照和指针，不是简单的文件差异流水账。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B6FF7B-266D-444E-BF2A-1E85406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115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常用查看：git status / git log --oneline --graph / git diff --staged</a:t>
            </a:r>
          </a:p>
        </p:txBody>
      </p:sp>
    </p:spTree>
    <p:extLst>
      <p:ext uri="{BB962C8B-B14F-4D97-AF65-F5344CB8AC3E}">
        <p14:creationId xmlns:p14="http://schemas.microsoft.com/office/powerpoint/2010/main" val="662195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2026-05-25T01:53:09.6020000Z</dcterms:created>
  <dcterms:modified xsi:type="dcterms:W3CDTF">2026-05-25T01:53:09.6020000Z</dcterms:modified>
</coreProperties>
</file>