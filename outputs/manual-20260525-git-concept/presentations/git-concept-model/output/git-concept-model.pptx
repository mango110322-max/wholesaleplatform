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5a4df88a84b15" /><Relationship Type="http://schemas.openxmlformats.org/officeDocument/2006/relationships/extended-properties" Target="/docProps/app.xml" Id="R729ea8cf24e54e29" /><Relationship Type="http://schemas.openxmlformats.org/officeDocument/2006/relationships/officeDocument" Target="/ppt/presentation.xml" Id="Re905806628ec4d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9313b057d4af1"/>
  </p:sldMasterIdLst>
  <p:notesMasterIdLst>
    <p:notesMasterId xmlns:r="http://schemas.openxmlformats.org/officeDocument/2006/relationships" r:id="Rbb9463797a264e07"/>
  </p:notesMasterIdLst>
  <p:sldIdLst>
    <p:sldId xmlns:r="http://schemas.openxmlformats.org/officeDocument/2006/relationships" id="256" r:id="Rd5e575c76f694c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9313b057d4af1" /><Relationship Type="http://schemas.openxmlformats.org/officeDocument/2006/relationships/theme" Target="/ppt/theme/theme1.xml" Id="R1e179cbec8574afe" /><Relationship Type="http://schemas.openxmlformats.org/officeDocument/2006/relationships/notesMaster" Target="/ppt/notesMasters/notesMaster1.xml" Id="Rbb9463797a264e07" /><Relationship Type="http://schemas.openxmlformats.org/officeDocument/2006/relationships/presProps" Target="/ppt/presProps.xml" Id="R624b71d5ef2b4e5a" /><Relationship Type="http://schemas.openxmlformats.org/officeDocument/2006/relationships/viewProps" Target="/ppt/viewProps.xml" Id="R7461138e2fe34297" /><Relationship Type="http://schemas.openxmlformats.org/officeDocument/2006/relationships/tableStyles" Target="/ppt/tableStyles.xml" Id="Rd4e085dce058457d" /><Relationship Type="http://schemas.openxmlformats.org/officeDocument/2006/relationships/slide" Target="/ppt/slides/slide1.xml" Id="Rd5e575c76f69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13560765db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e599e8b634015" /><Relationship Type="http://schemas.openxmlformats.org/officeDocument/2006/relationships/notesMaster" Target="/ppt/notesMasters/notesMaster1.xml" Id="Rb84f353686a1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c702e751a4a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3f116e4f5448fb" /><Relationship Type="http://schemas.openxmlformats.org/officeDocument/2006/relationships/slideLayout" Target="/ppt/slideLayouts/slideLayout2.xml" Id="R1d70e0dfada5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0e0dfada5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f6bd5450842f1" /><Relationship Type="http://schemas.openxmlformats.org/officeDocument/2006/relationships/notesSlide" Target="/ppt/notesSlides/notesSlide1.xml" Id="R3071f9fe9a7048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6C955-07D7-4A09-A911-193B004A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Git 概念模型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DBB0D-E514-4B03-A003-BA61BE5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文件状态在四个区域之间流动；分支和 HEAD 只是指向提交对象的引用。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01B37-E9A2-42A5-84BD-292166B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286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9CC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A5EC9-3CC2-48C6-A345-EAD5568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4ED69-1C7D-45BF-855E-B38871D1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工作区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2D2F8-0FFD-4B87-9888-FE6510E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Working Tree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当前目录中的真实文件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包含未跟踪和已修改内容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7C3D1-0B46-4095-BDBB-6A70219E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286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19050">
            <a:solidFill>
              <a:srgbClr val="8BD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22D6B-98E4-454C-91A3-4D557AA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E6E6F-E16D-4980-92E5-89D7B8A8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暂存区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63750-1974-44B4-A321-096D720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Index / Stage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下一次 commit 将记录的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快照清单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C0286-A37C-4FA5-A5D9-EA80B659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86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9050">
            <a:solidFill>
              <a:srgbClr val="C7B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C14D8-AADD-48AF-92DF-60434A9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8D631-D08B-402A-AF14-576118FF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本地仓库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E9B9E-2E9F-45A5-A113-197DC4F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Local Repository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提交对象、树对象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以及本地分支引用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69ED5-9297-41B3-9CE0-767C769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286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9050">
            <a:solidFill>
              <a:srgbClr val="F5C8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E7101-5D62-4F11-BD83-9657517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  <a:ln xmlns:a="http://schemas.openxmlformats.org/drawingml/2006/main" w="0">
            <a:solidFill>
              <a:srgbClr val="E67E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80FFB-6C3F-47E1-9B43-8730639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远程仓库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AD75A-C16A-4723-A417-49E55E7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Remote Repository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团队共享的提交图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和远程分支引用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998A4-0722-43B2-ACF7-45F1E13F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CA5CE-14D1-4A5F-945D-6EFA72D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95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add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03A9A-0C89-461C-A2C5-A064B0B3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9D17A-4468-48CB-93AD-9EDB257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81AFD-229F-4814-B0B2-5E56B06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7E22"/>
          </a:solidFill>
          <a:ln xmlns:a="http://schemas.openxmlformats.org/drawingml/2006/main" w="0">
            <a:solidFill>
              <a:srgbClr val="E67E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32ED2-76A9-464A-8F66-C6A77B5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push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17087-0AC9-47B1-991D-D3D9A599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3238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C8756-87FB-42BA-850E-B8D85BD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fetch / pull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502F9-EEC5-438C-9B91-BB3BF1C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checkout / restore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F3F0E-085F-4D8D-AB2B-527C3BC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3238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069C0-85D6-4165-8D9F-91A4A7E8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5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D03D9-F9E1-41BB-987F-39E6833E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提交图与引用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FA88D-125F-466B-9B2F-DEFC8D62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30207-16F8-44A5-9D1F-9B9527E5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8F48C-BA99-4335-BF74-A1BE39A7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C242BF-912E-473D-B106-6BA20B1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B271D-A3E5-4A71-B1B8-51ABD32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698F6-AB2F-4F9C-9465-E1254832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F1168C-7654-457E-A720-55DFBBB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33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0132F2-6B3A-42F2-B59D-2BFD7FA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33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CA2A6B-31B7-4DF2-8060-55CC5EF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62450"/>
            <a:ext cx="1162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5F0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BDA9F6-5F30-4D09-B2C7-04B8656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71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main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F3B7B2-9296-48CC-95DB-F22C8A4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11239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11430">
            <a:solidFill>
              <a:srgbClr val="D7263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89AB08-11E4-425C-9614-D003573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482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58EBF9-3D98-41AE-AD05-598636BA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19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 -&gt; main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EF0823-5AC7-482C-A72C-9E702AF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分支名保存的是“某个提交”的位置；切换分支就是移动 HEAD 指向。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B72E37-B6BB-4C04-A92A-9616D49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核心心智模型：Git 管理的是快照和指针，不是简单的文件差异流水账。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24320-7670-4212-AF7E-DD65E18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115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常用查看：git status / git log --oneline --graph / git diff --staged</a:t>
            </a:r>
          </a:p>
        </p:txBody>
      </p:sp>
    </p:spTree>
    <p:extLst>
      <p:ext uri="{BB962C8B-B14F-4D97-AF65-F5344CB8AC3E}">
        <p14:creationId xmlns:p14="http://schemas.microsoft.com/office/powerpoint/2010/main" val="1438627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2026-05-25T02:02:41.2980000Z</dcterms:created>
  <dcterms:modified xsi:type="dcterms:W3CDTF">2026-05-25T02:02:41.2980000Z</dcterms:modified>
</coreProperties>
</file>